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778240" y="-548640"/>
            <a:ext cx="2560320" cy="256032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640080" y="4937760"/>
            <a:ext cx="2468880" cy="20116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57200" y="274320"/>
            <a:ext cx="822960" cy="822960"/>
          </a:xfrm>
          <a:prstGeom prst="ellipse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0" y="457200"/>
            <a:ext cx="1463040" cy="960120"/>
          </a:xfrm>
          <a:prstGeom prst="roundRect">
            <a:avLst/>
          </a:prstGeom>
          <a:solidFill>
            <a:srgbClr val="58A6FF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00016" y="585216"/>
            <a:ext cx="1207008" cy="676656"/>
          </a:xfrm>
          <a:prstGeom prst="rect">
            <a:avLst/>
          </a:prstGeom>
          <a:solidFill>
            <a:srgbClr val="79C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38928" y="1417320"/>
            <a:ext cx="329184" cy="164592"/>
          </a:xfrm>
          <a:prstGeom prst="rect">
            <a:avLst/>
          </a:prstGeom>
          <a:solidFill>
            <a:srgbClr val="C9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892040" y="1581912"/>
            <a:ext cx="841248" cy="109728"/>
          </a:xfrm>
          <a:prstGeom prst="rect">
            <a:avLst/>
          </a:prstGeom>
          <a:solidFill>
            <a:srgbClr val="C9D1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80560" y="1755648"/>
            <a:ext cx="1554480" cy="329184"/>
          </a:xfrm>
          <a:prstGeom prst="roundRect">
            <a:avLst/>
          </a:prstGeom>
          <a:solidFill>
            <a:srgbClr val="B9BE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1097280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200" b="1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1060704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 i="0">
                <a:solidFill>
                  <a:srgbClr val="8B949E"/>
                </a:solidFill>
                <a:latin typeface="DejaVu Sans"/>
              </a:rPr>
              <a:t>Virtualizált szerverkörnyezet és hálózati infrastruktúra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069080"/>
            <a:ext cx="64008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800" b="0" i="0">
                <a:solidFill>
                  <a:srgbClr val="C9D1D9"/>
                </a:solidFill>
                <a:latin typeface="DejaVu Sans"/>
              </a:rPr>
              <a:t>Készítette: Szabó-Nagy Patrik · Szigeti Hunor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709160"/>
            <a:ext cx="5669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00" b="0" i="0">
                <a:solidFill>
                  <a:srgbClr val="8B949E"/>
                </a:solidFill>
                <a:latin typeface="DejaVu Sans"/>
              </a:rPr>
              <a:t>Neumann János Informatikai Technikum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A projekt célja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2/20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98480" cy="35661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9966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DejaVu Sans"/>
              </a:rPr>
              <a:t>A projekt célja egy működő informatikai infrastruktúra létrehozása volt.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987552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A rendszer három fő elemből áll: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Windows Server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Linux szerver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MikroTik gateway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Cégmodell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3/20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98480" cy="35661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9966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DejaVu Sans"/>
              </a:rPr>
              <a:t>A Borsode Csomagpont Kft. egy csomagkezeléssel foglalkozó fiktív cég.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987552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Cél: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csomagkezelés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belső kommunikáció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központi szolgáltatások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Hálózati felépítés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4/20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0972800" cy="45720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1" i="0">
                <a:solidFill>
                  <a:srgbClr val="E6EDF3"/>
                </a:solidFill>
                <a:latin typeface="DejaVu Sans"/>
              </a:rPr>
              <a:t>Belső hálózat: 10.10.10.0/24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274320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2852928"/>
            <a:ext cx="24140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DejaVu Sans"/>
              </a:rPr>
              <a:t>MikroTik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182112"/>
            <a:ext cx="2487168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10.10.10.1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743200"/>
            <a:ext cx="274320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25112" y="2852928"/>
            <a:ext cx="24140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DejaVu Sans"/>
              </a:rPr>
              <a:t>Windows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6824" y="3182112"/>
            <a:ext cx="2487168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10.10.10.10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743200"/>
            <a:ext cx="2743200" cy="20116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08392" y="2852928"/>
            <a:ext cx="24140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DejaVu Sans"/>
              </a:rPr>
              <a:t>Linux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0104" y="3182112"/>
            <a:ext cx="2487168" cy="14813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10.10.10.20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VirtualBox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5/20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98480" cy="35661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9966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DejaVu Sans"/>
              </a:rPr>
              <a:t>MikroTik CHR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987552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Virtuális gépek: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Windows Server 2022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Linux szerver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MikroTik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6/20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98480" cy="35661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9966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DejaVu Sans"/>
              </a:rPr>
              <a:t>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987552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Feladata: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NAT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hálózati irányítás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LAN: 10.10.10.1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Windows Server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7/20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98480" cy="35661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9966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DejaVu Sans"/>
              </a:rPr>
              <a:t>Active Directory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987552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Feladata: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fájlmegosztás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nyomtatómegosztás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IP: 10.10.10.10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Linux szerver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8/20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11680"/>
            <a:ext cx="10698480" cy="35661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996696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 i="0">
                <a:solidFill>
                  <a:srgbClr val="E6EDF3"/>
                </a:solidFill>
                <a:latin typeface="DejaVu Sans"/>
              </a:rPr>
              <a:t>DHCP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880360"/>
            <a:ext cx="9875520" cy="2377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Feladata: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DNS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HTTP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mentés</a:t>
            </a:r>
          </a:p>
          <a:p>
            <a:pPr>
              <a:spcAft>
                <a:spcPts val="600"/>
              </a:spcAft>
              <a:defRPr sz="1800">
                <a:solidFill>
                  <a:srgbClr val="C9D1D9"/>
                </a:solidFill>
                <a:latin typeface="DejaVu Sans"/>
              </a:defRPr>
            </a:pPr>
            <a:r>
              <a:t>IP: 10.10.10.20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Active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9/20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3474720" cy="17373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304288"/>
            <a:ext cx="31455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DejaVu Sans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633472"/>
            <a:ext cx="3218688" cy="1207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borsode.local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194560"/>
            <a:ext cx="2926080" cy="17373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2" y="2304288"/>
            <a:ext cx="2596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DejaVu Sans"/>
              </a:rPr>
              <a:t>NetBIOS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2633472"/>
            <a:ext cx="2670048" cy="1207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BORSODE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194560"/>
            <a:ext cx="3657600" cy="17373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2304288"/>
            <a:ext cx="33284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DejaVu Sans"/>
              </a:rPr>
              <a:t>Állapot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2633472"/>
            <a:ext cx="3401568" cy="12070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Tartományvezérlő működik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DNS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10/20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5276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875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windows.borsode.local → 10.10.10.10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linux.borsode.local → 10.10.10.20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Ping sikeres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DHCP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11/20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274320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2304288"/>
            <a:ext cx="24140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DejaVu Sans"/>
              </a:rPr>
              <a:t>Tartomány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633472"/>
            <a:ext cx="2487168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10.10.10.100 – 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2194560"/>
            <a:ext cx="274320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5112" y="2304288"/>
            <a:ext cx="24140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DejaVu Sans"/>
              </a:rPr>
              <a:t>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06824" y="2633472"/>
            <a:ext cx="2487168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10.10.10.1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2194560"/>
            <a:ext cx="2743200" cy="210312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08392" y="2304288"/>
            <a:ext cx="24140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DejaVu Sans"/>
              </a:rPr>
              <a:t>DNS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0104" y="2633472"/>
            <a:ext cx="2487168" cy="15727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10.10.10.20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HTTP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12/20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5276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875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Apache webszerver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Elérhető IP és név alapján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Tesztoldal működik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Fájlmegosztás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13/20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5276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875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\10.10.10.10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Megosztott mappa és nyomtató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Mentés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14/20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5276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875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Automatizált mentés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DNS, DHCP, web mentése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Napi futás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Kliens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15/20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5276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875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Notepad++ telepítve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Működik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Packet Tracer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16/20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5276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875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Több telephely: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HQ, BR1, BR2, ISP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VLAN és routing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Packet Tracer eredmények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17/20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40280"/>
            <a:ext cx="5166360" cy="21945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2" y="235000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DejaVu Sans"/>
              </a:rPr>
              <a:t>Működik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2679192"/>
            <a:ext cx="4910328" cy="1664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Működik: VLAN, 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240280"/>
            <a:ext cx="5166360" cy="219456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2350008"/>
            <a:ext cx="483717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F85149"/>
                </a:solidFill>
                <a:latin typeface="DejaVu Sans"/>
              </a:rPr>
              <a:t>Hibák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8504" y="2679192"/>
            <a:ext cx="4910328" cy="16642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Hibák: VLAN8, HSRP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Tesztelés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18/20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212080" cy="228600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488289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DejaVu Sans"/>
              </a:rPr>
              <a:t>Tesztelt szolgáltatások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542032"/>
            <a:ext cx="4956048" cy="1755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DNS, HTTP, megosztás, AD 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103120"/>
            <a:ext cx="4572000" cy="228600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2212848"/>
            <a:ext cx="424281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DejaVu Sans"/>
              </a:rPr>
              <a:t>Eredmény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2542032"/>
            <a:ext cx="4315968" cy="17556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DejaVu Sans"/>
              </a:defRPr>
            </a:pPr>
            <a:r>
              <a:t>Minden tesztelve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Tapasztalatok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19/20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5276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875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Rendszerek összekapcsolása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Hibakeresés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Dokumentálás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58A6FF"/>
                </a:solidFill>
                <a:latin typeface="DejaVu Sans"/>
              </a:rPr>
              <a:t>Borsode vizsgaremek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6583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 i="0">
                <a:solidFill>
                  <a:srgbClr val="E6EDF3"/>
                </a:solidFill>
                <a:latin typeface="DejaVu Sans"/>
              </a:rPr>
              <a:t>Zárás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45920"/>
            <a:ext cx="13716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38560" y="6400800"/>
            <a:ext cx="457200" cy="20116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8B949E"/>
                </a:solidFill>
                <a:latin typeface="DejaVu Sans"/>
              </a:rPr>
              <a:t>20/20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057400"/>
            <a:ext cx="10652760" cy="3383280"/>
          </a:xfrm>
          <a:prstGeom prst="roundRect">
            <a:avLst/>
          </a:prstGeom>
          <a:solidFill>
            <a:srgbClr val="161B22"/>
          </a:solidFill>
          <a:ln>
            <a:solidFill>
              <a:srgbClr val="79C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875520" cy="2560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A rendszer működik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A szolgáltatások elérhetők</a:t>
            </a:r>
          </a:p>
          <a:p>
            <a:pPr>
              <a:spcAft>
                <a:spcPts val="600"/>
              </a:spcAft>
              <a:defRPr sz="2100">
                <a:solidFill>
                  <a:srgbClr val="C9D1D9"/>
                </a:solidFill>
                <a:latin typeface="DejaVu Sans"/>
              </a:defRPr>
            </a:pPr>
            <a:r>
              <a:t>Köszönjük a figyelmet!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309</Words>
  <Application>Microsoft Office PowerPoint</Application>
  <PresentationFormat>Szélesvásznú</PresentationFormat>
  <Paragraphs>141</Paragraphs>
  <Slides>20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20</vt:i4>
      </vt:variant>
    </vt:vector>
  </HeadingPairs>
  <TitlesOfParts>
    <vt:vector size="24" baseType="lpstr">
      <vt:lpstr>Arial</vt:lpstr>
      <vt:lpstr>Calibri</vt:lpstr>
      <vt:lpstr>DejaVu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Patrik Szabó-Nagy Patrik</cp:lastModifiedBy>
  <cp:revision>1</cp:revision>
  <dcterms:created xsi:type="dcterms:W3CDTF">2013-01-27T09:14:16Z</dcterms:created>
  <dcterms:modified xsi:type="dcterms:W3CDTF">2026-04-30T23:25:06Z</dcterms:modified>
  <cp:category/>
</cp:coreProperties>
</file>