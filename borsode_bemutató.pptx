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36273-0717-494A-AEB9-919DB4A0FDB1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D3685-1245-4E91-BD3C-3C0CD1CFE4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826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9DF3F0-800B-B6C9-E380-0B3D23DB7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37B3D5D-47FB-F3A4-32ED-7FADB22CB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41F877-7201-2145-1D8F-211F547B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6B16611-DA5A-3704-B2AD-2528DDCE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4EBBA0-F8A2-F183-09F2-474E6B2E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78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3ED7B0-0919-BC05-1FD1-31835AD1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C352A9-6155-ECB6-19DF-FE2189E4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CB4F79-9C37-64A1-1534-D0F4F781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09D38F-2742-87DE-6A4F-891C6298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CF4930B-69ED-29D5-A040-BF76B9B4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558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0E3780-39B5-14F0-600C-32CB03B3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41BDEF9-E0B6-5025-4165-F2D04C5D9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3E63CC-7B6E-ED65-5675-C8EED663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09CBFA-1A36-09F7-0A03-C80AC2BB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A920A94-29C7-3CE0-45EB-C407CD44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508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DF3443-FE46-CE5A-4240-708B4C8F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0357DD-46EA-7BC4-2288-812AF040A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35FB9CF-AF4E-EDB9-ADED-69CDADE45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F14FC40-455F-AC04-2ED7-DFEC22CE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E188C9D-C04D-BFA7-F351-B0D0BB47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F8C6616-4701-0D99-3885-AF2B2CCC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335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D159A0-425E-1C99-D94F-E3E31D82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268F37-FF34-21DD-20C1-25B5E6B5B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3DB74DA-0F1E-E38D-3462-45687BF79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ED16C7C-6CEB-4A9F-01CB-C715E467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2D4E31E-95D3-3613-83EC-107C7809B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E7DFAA3-020E-3770-F619-034D94A9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4E75330-552C-AC77-6F4D-6FEE5418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B75478F-B2D9-15E2-D1B6-9B349F7F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273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A20A05-35DE-F731-404B-B8D5FAE3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C19A68C-A573-3367-1496-4E2446E9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266D00B-9173-208B-7476-EAA0239D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C9F2A61-CDC8-8808-9653-CD98ECA9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271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64BA8EB-09F5-5AF0-8B6F-0F37B6B5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80234F8-7689-4652-7259-2601AD35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48174C4-84E3-8885-E24B-DE12F2CD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484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2632EA-E353-0855-CACB-AA3BFDF4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C4E5FD-5E2C-A854-A4CE-6CA9854C6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84F2483-5F36-8BD5-B45E-2B6C7A9A7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D532205-1538-4431-AEF7-1D91CAD1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B3EC05-8D83-769B-C4C9-C5879493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602D4BC-B280-F2BD-CEB0-9789E9E8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343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79CB74-B924-0AC1-DA88-08FB1D70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CC3C88D-2E30-C4A0-07C4-EC000FB79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7AC9246-3B44-3E7C-4D37-DC32387F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7E6DCCA-1058-B89D-D858-8F88298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915553-8C75-A400-7A54-7F6B6D59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8598DB-F827-B4F7-9FBE-9FF94B28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949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1AB6E1-0A17-660F-A869-71ADE517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1217B83-D53A-4637-42D2-2AD98D445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CD4AD4-1461-78E3-6DD0-24435BE7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C46221-E2A3-5C6C-5C5A-B144F66B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0C2CE2-3DB1-5C16-0ACB-29F39D5C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535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C73BB19-3F48-ACAE-5270-867C087A8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FA4DD27-721A-7E60-49CA-E6083354C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86056F-A4DD-F236-42C9-73C3A616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79247E-3204-B7D7-B309-58137FFB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AAF93B-078C-E131-8C60-491C0FCA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052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3EC0E3D-90F0-07AB-62E6-16BF649C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C26805-D82D-5208-E437-B1C589696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141B9E9-43BE-F4BB-A613-6BFB06B74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EB8B8-4EC7-4716-B26F-665768CA7CE0}" type="datetimeFigureOut">
              <a:rPr lang="hu-HU" smtClean="0"/>
              <a:t>2026. 04. 30.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5AEFDD9-FF61-3A3F-FD72-E1CE87705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8E021F-F950-056E-7E33-E5A386BAB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DA853-9EE3-4A4C-AC72-00D0C3003F0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70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ECD99B-D09F-9FF3-6795-5CE406866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3DC70FC-6ED9-1AA3-3CA6-BE4C6596F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755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Szélesvásznú</PresentationFormat>
  <Paragraphs>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Szabó-Nagy Patrik</dc:creator>
  <cp:lastModifiedBy>Patrik Szabó-Nagy Patrik</cp:lastModifiedBy>
  <cp:revision>3</cp:revision>
  <dcterms:created xsi:type="dcterms:W3CDTF">2026-04-30T20:04:53Z</dcterms:created>
  <dcterms:modified xsi:type="dcterms:W3CDTF">2026-04-30T20:06:38Z</dcterms:modified>
</cp:coreProperties>
</file>